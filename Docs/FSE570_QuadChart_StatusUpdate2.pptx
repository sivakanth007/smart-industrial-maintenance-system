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78" d="100"/>
          <a:sy n="178" d="100"/>
        </p:scale>
        <p:origin x="-407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94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4592" y="0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Industrial Maintenance System  -  FSE 570 Capstone Status Update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961120" y="0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2, 2026  |  Arizona State University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8872" y="685800"/>
            <a:ext cx="5916168" cy="2944368"/>
          </a:xfrm>
          <a:prstGeom prst="rect">
            <a:avLst/>
          </a:prstGeom>
          <a:solidFill>
            <a:srgbClr val="162032"/>
          </a:solidFill>
          <a:ln w="254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" y="685800"/>
            <a:ext cx="5916168" cy="30175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685800"/>
            <a:ext cx="5751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Accomplishments &amp; KPIs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6888" y="1060704"/>
            <a:ext cx="1850136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" y="1097280"/>
            <a:ext cx="1850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0.933 F1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3464" y="1353312"/>
            <a:ext cx="1776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Failure Predictor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(AUC-ROC: 0.997)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151888" y="1060704"/>
            <a:ext cx="1850136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51888" y="1097280"/>
            <a:ext cx="1850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 R²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188464" y="1353312"/>
            <a:ext cx="1776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RUL - C-MAPSS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(RMSE: 10.48 cycles)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56888" y="1060704"/>
            <a:ext cx="1850136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56888" y="1097280"/>
            <a:ext cx="1850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0.992 C-Index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93464" y="1353312"/>
            <a:ext cx="1776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Survival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9D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(90% &amp; 95% CI)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46888" y="1682496"/>
            <a:ext cx="566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SINCE STATUS UPDATE 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46888" y="1847088"/>
            <a:ext cx="5660136" cy="0"/>
          </a:xfrm>
          <a:prstGeom prst="line">
            <a:avLst/>
          </a:prstGeom>
          <a:noFill/>
          <a:ln w="10160">
            <a:solidFill>
              <a:srgbClr val="1A6F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46888" y="1883664"/>
            <a:ext cx="566013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BCELoss Fix: 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removed; BCEWithLogitsLoss adopted - LSTM retrained with corrected loss</a:t>
            </a:r>
            <a:endParaRPr lang="en-US" sz="8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Fix: 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formula corrected; 100-iteration MC rerun with clean health arrays</a:t>
            </a:r>
            <a:endParaRPr lang="en-US" sz="8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Bearing Pipeline: 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IMS vibration dataset added - FFT, RMS, kurtosis, crest factor features</a:t>
            </a:r>
            <a:endParaRPr lang="en-US" sz="8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GPU Training: 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C-MAPSS and IMS pipelines trained on ASU Sol Supercomputer GPU</a:t>
            </a:r>
            <a:endParaRPr lang="en-US" sz="8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Notebook: 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1,558-line Jupyter notebook - training, MILP scheduling, simulation, evaluation</a:t>
            </a:r>
            <a:endParaRPr lang="en-US" sz="8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Test Suite: 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IMS unit tests added (test_ims.py) - extraction, preprocessing, models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685800"/>
            <a:ext cx="5916168" cy="2944368"/>
          </a:xfrm>
          <a:prstGeom prst="rect">
            <a:avLst/>
          </a:prstGeom>
          <a:solidFill>
            <a:srgbClr val="162032"/>
          </a:solidFill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685800"/>
            <a:ext cx="5916168" cy="3017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6208" y="685800"/>
            <a:ext cx="5751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Next Tasks - Rolling Action Item List (RAIL)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54496" y="1060704"/>
            <a:ext cx="566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- REPORT WRITING  (Apr 2 -&gt; Apr 20)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54496" y="1225296"/>
            <a:ext cx="5660136" cy="0"/>
          </a:xfrm>
          <a:prstGeom prst="line">
            <a:avLst/>
          </a:prstGeom>
          <a:noFill/>
          <a:ln w="1016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54496" y="1261872"/>
            <a:ext cx="56601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[Anoushka]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results section - C-MAPSS model metrics, confusion matrices, RUL prediction plots, anomaly detection examples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[Deva]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simulation and MILP results - corrected cost-reduction figures, schedule comparison tables, policy benchmarks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[Mohit]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IMS bearing pipeline section - feature extraction methodology, FFT analysis, bearing degradation results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[Umang]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discussion section - cross-dataset comparison, model generalization findings, limitations and future work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[Urvansh]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conclusion and references; compile all sections into final report document; ensure formatting consistency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31636" y="2606259"/>
            <a:ext cx="566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STRETCH - PRESENTATION  (Apr 21 -&gt; Apr 30)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31636" y="2770851"/>
            <a:ext cx="5660136" cy="0"/>
          </a:xfrm>
          <a:prstGeom prst="line">
            <a:avLst/>
          </a:prstGeom>
          <a:noFill/>
          <a:ln w="1016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31636" y="2807427"/>
            <a:ext cx="56601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Anoushka: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slides - model results, KPIs; prepare live </a:t>
            </a:r>
            <a:r>
              <a:rPr lang="en-US" sz="900" dirty="0" err="1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demo (fleet, risk, MILP, IMS)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Deva: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slides - simulation results, MILP scheduler, corrected cost-reduction policy comparison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+ Umang: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slides - IMS bearing pipeline, SHAP explainability, cross-dataset analysis and discussion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Urvansh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slides - conclusion and future work; compile final report; coordinate Apr 30 submission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8872" y="3721608"/>
            <a:ext cx="5916168" cy="2770631"/>
          </a:xfrm>
          <a:prstGeom prst="rect">
            <a:avLst/>
          </a:prstGeom>
          <a:solidFill>
            <a:srgbClr val="162032"/>
          </a:solidFill>
          <a:ln w="25400">
            <a:solidFill>
              <a:srgbClr val="A93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8872" y="3721608"/>
            <a:ext cx="5916168" cy="301752"/>
          </a:xfrm>
          <a:prstGeom prst="rect">
            <a:avLst/>
          </a:prstGeom>
          <a:solidFill>
            <a:srgbClr val="A93226"/>
          </a:solidFill>
          <a:ln w="12700">
            <a:solidFill>
              <a:srgbClr val="A93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3721608"/>
            <a:ext cx="5751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Risks, Barriers &amp; Mitigations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46888" y="4096512"/>
            <a:ext cx="566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A9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 (Likelihood × Impact)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46888" y="4261104"/>
            <a:ext cx="5660136" cy="0"/>
          </a:xfrm>
          <a:prstGeom prst="line">
            <a:avLst/>
          </a:prstGeom>
          <a:noFill/>
          <a:ln w="10160">
            <a:solidFill>
              <a:srgbClr val="A932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6888" y="4297680"/>
            <a:ext cx="566013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900" b="1" dirty="0">
                <a:solidFill>
                  <a:srgbClr val="1A6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Anoushka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LSTM result figures not yet regenerated after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BCELoss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fix - report results section blocked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Retraining complete; regenerating confusion matrix, AUC, and RUL plots this week before writing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simulation cost-reduction stats pending final MC rerun - numbers in report could change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Clean 100-iteration MC run scheduled this week; figures locked before report freeze Apr 17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9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 bearing experiment results still being analyzed - cross-dataset comparison not yet finalized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IMS evaluation running on Sol this week; results handed to Umang for discussion by Apr 10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900" b="1" dirty="0">
                <a:solidFill>
                  <a:srgbClr val="7B2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Umang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section depends on both C-MAPSS and IMS results being ready - writing blocked until then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Drafting structure and conclusions in parallel; will fill in numbers once Mohit's results are in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900" b="1" dirty="0" err="1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Urvansh</a:t>
            </a:r>
            <a:r>
              <a:rPr lang="en-US" sz="9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Cloud uptime during live demo not guaranteed - outage would break the demo mid-presentation</a:t>
            </a:r>
            <a:endParaRPr lang="en-US" sz="900" dirty="0"/>
          </a:p>
          <a:p>
            <a:pPr>
              <a:lnSpc>
                <a:spcPct val="118000"/>
              </a:lnSpc>
            </a:pPr>
            <a:r>
              <a:rPr lang="en-US" sz="850" i="1" dirty="0">
                <a:solidFill>
                  <a:srgbClr val="8E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-&gt; Full local backup on laptop and static screenshots prepared; demo treated as supplementary not critical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26480" y="3721608"/>
            <a:ext cx="5916168" cy="2770629"/>
          </a:xfrm>
          <a:prstGeom prst="rect">
            <a:avLst/>
          </a:prstGeom>
          <a:solidFill>
            <a:srgbClr val="162032"/>
          </a:solidFill>
          <a:ln w="254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26480" y="3721608"/>
            <a:ext cx="5916168" cy="30175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36208" y="3721608"/>
            <a:ext cx="57515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Remaining Activities &amp; Approach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54496" y="4096512"/>
            <a:ext cx="5660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SPRINT  (Apr 2 -&gt; Apr 30, 2026)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54496" y="4261104"/>
            <a:ext cx="5660136" cy="0"/>
          </a:xfrm>
          <a:prstGeom prst="line">
            <a:avLst/>
          </a:prstGeom>
          <a:noFill/>
          <a:ln w="1016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54496" y="4297680"/>
            <a:ext cx="566013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1 - RESULTS &amp; WRITING FOUNDATION  (Apr 2 -&gt; Apr 10)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2 check-in (today)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- 10 pts - Zoom quad chart review with professor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2–7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result figures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Updated metrics, RUL plots, SHAP, IMS bearing degradation curves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7–10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+ IMS sections drafted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Anoushka, Deva, Mohit writing in parallel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2 - REPORT COMPLETION  (Apr 11 -&gt; Apr 20)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11–14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+ conclusion sections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Umang + Urvansh; cross-dataset findings, limitations, future work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15–17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assembled and cross-reviewed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All members; internal deadline Apr 17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18–20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polish and formatting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Citations, figures, abstract, table of contents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3 - PRESENTATION  (Apr 21 -&gt; Apr 30)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21–25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presentation slides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Each member owns one section; dashboard demo prep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27–29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rehearsal run-throughs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Time sections; align transitions; practice Q&amp;A</a:t>
            </a:r>
            <a:endParaRPr lang="en-US" sz="9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9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30  </a:t>
            </a: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  (50 pts total)</a:t>
            </a:r>
            <a:r>
              <a:rPr lang="en-US" sz="8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Capstone Report (30 pts) + Presentation (20 pts)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685800"/>
            <a:ext cx="0" cy="5980176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8872" y="3675888"/>
            <a:ext cx="11923776" cy="0"/>
          </a:xfrm>
          <a:prstGeom prst="line">
            <a:avLst/>
          </a:prstGeom>
          <a:noFill/>
          <a:ln w="1905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64592" y="6547104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Anoushka Dighe  •  Deva Siva Kanth Tavvala  •  Mohit Kumar Petla  •  Umang Bid  •  Urvansh Shah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961120" y="6547104"/>
            <a:ext cx="3035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570  |  Spring 2026  |  ASU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792</Words>
  <Application>Microsoft Macintosh PowerPoint</Application>
  <PresentationFormat>Widescreen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Industrial Maintenance System — Status Update 2</dc:title>
  <dc:subject>PptxGenJS Presentation</dc:subject>
  <dc:creator>PptxGenJS</dc:creator>
  <cp:lastModifiedBy>Anoushka Jaydas Dighe (Student)</cp:lastModifiedBy>
  <cp:revision>3</cp:revision>
  <dcterms:created xsi:type="dcterms:W3CDTF">2026-04-08T00:19:34Z</dcterms:created>
  <dcterms:modified xsi:type="dcterms:W3CDTF">2026-04-08T00:40:02Z</dcterms:modified>
</cp:coreProperties>
</file>