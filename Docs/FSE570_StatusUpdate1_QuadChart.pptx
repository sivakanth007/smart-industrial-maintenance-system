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Smart Industrial Maintenance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570 Capstone  |  Status Update 1  |  Arizona State University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" y="786384"/>
            <a:ext cx="5897880" cy="2871216"/>
          </a:xfrm>
          <a:prstGeom prst="rect">
            <a:avLst/>
          </a:prstGeom>
          <a:solidFill>
            <a:srgbClr val="162032"/>
          </a:solidFill>
          <a:ln w="2540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" y="786384"/>
            <a:ext cx="5897880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7863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Accomplishments &amp; KPIs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74336" y="841248"/>
            <a:ext cx="987552" cy="2377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4336" y="8412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Anoushka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18318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234440"/>
            <a:ext cx="1831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" y="1554480"/>
            <a:ext cx="183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1709928"/>
            <a:ext cx="1831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Predictor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61032" y="1207008"/>
            <a:ext cx="18318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1032" y="1234440"/>
            <a:ext cx="1831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61032" y="1554480"/>
            <a:ext cx="183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61032" y="1709928"/>
            <a:ext cx="1831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RUL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066032" y="1207008"/>
            <a:ext cx="18318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6032" y="1234440"/>
            <a:ext cx="1831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66032" y="1554480"/>
            <a:ext cx="183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6032" y="1709928"/>
            <a:ext cx="1831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Reactive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1938528"/>
            <a:ext cx="5641848" cy="45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929384"/>
            <a:ext cx="5641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MILESTONES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" y="2139696"/>
            <a:ext cx="564184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FD001 downloaded &amp; preprocessed (200+ engineered features)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anomaly detection; threshold = mean + 3σ, AUC-ROC 0.997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RUL: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10.48 cycles, R² 0.937 — walk-forward CV validated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Survival: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WeibullAFT fitted; C-Index 0.992; 90%/95% credible intervals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Scheduler: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optimizer — crew capacity + mandatory critical-machine constraints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interactive app: fleet overview, risk, schedule, history, context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unit tests passing across models, optimizer, and preprocessing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786384"/>
            <a:ext cx="5897880" cy="2871216"/>
          </a:xfrm>
          <a:prstGeom prst="rect">
            <a:avLst/>
          </a:prstGeom>
          <a:solidFill>
            <a:srgbClr val="162032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35624" y="786384"/>
            <a:ext cx="58978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7863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Next Tasks &amp; Assignments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81944" y="841248"/>
            <a:ext cx="987552" cy="2377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81944" y="8412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Deva Siva Kanth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63640" y="1207008"/>
            <a:ext cx="5641848" cy="45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197864"/>
            <a:ext cx="5641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(Week 2–3)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1417320"/>
            <a:ext cx="777240" cy="20116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417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Anoushka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04888" y="140817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BCELoss double-definition bug in LSTM predictor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1746504"/>
            <a:ext cx="77724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7465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04888" y="1737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health-array mutation bug in Monte Carlo simulation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075688"/>
            <a:ext cx="777240" cy="2011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04888" y="206654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trend-feature polyfit loop (performance bottleneck)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2404872"/>
            <a:ext cx="777240" cy="2011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4048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04888" y="239572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explanations into dashboard Risk tab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2734056"/>
            <a:ext cx="777240" cy="2011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734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Urvansh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04888" y="27249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simulation unit tests (test_simulation.py)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3136392"/>
            <a:ext cx="5641848" cy="45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127248"/>
            <a:ext cx="5641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(Week 4–6)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3337560"/>
            <a:ext cx="5641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writing &amp; slide polish (parallel effort)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Anoushka + Deva: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Supercomputer training run — full FD001–FD004 datasets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+ Umang: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benchmarking; hyperparameter sweep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Urvansh: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 to Streamlit Cloud for live demo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28016" y="3767328"/>
            <a:ext cx="5897880" cy="2871216"/>
          </a:xfrm>
          <a:prstGeom prst="rect">
            <a:avLst/>
          </a:prstGeom>
          <a:solidFill>
            <a:srgbClr val="162032"/>
          </a:solidFill>
          <a:ln w="25400">
            <a:solidFill>
              <a:srgbClr val="A932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8016" y="3767328"/>
            <a:ext cx="5897880" cy="34747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37673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Risks, Barriers &amp; Mitigations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974336" y="3822192"/>
            <a:ext cx="987552" cy="2377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74336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Mohit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6032" y="4187952"/>
            <a:ext cx="475488" cy="18288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41879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86384" y="4169664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BCELoss bug may have impaired LSTM training; reported F1 needs re-verification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6384" y="4370832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Retrain after fix; compare before/after metrics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4617720"/>
            <a:ext cx="475488" cy="18288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46177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86384" y="4599432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cost-reduction stats (97.4%) likely inflated due to numpy mutation bug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6384" y="4800600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&amp; rerun 100-iteration MC sim; update README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5047488"/>
            <a:ext cx="475488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50474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86384" y="5029200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Supercomputer access not yet provisioned; GPU training blocked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86384" y="5230368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Professor submitting roster this week; fallback = Colab T4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5477256"/>
            <a:ext cx="475488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5477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86384" y="545896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polyfit loop too slow for full FD001–FD004 scale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86384" y="5660136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Vectorize with numpy stride tricks before Sol run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56032" y="5907024"/>
            <a:ext cx="475488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" y="59070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86384" y="5888736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FD002/FD003/FD004 multi-condition generalization unvalidated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86384" y="6089904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Scope to FD001 for final; note as future work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35624" y="3767328"/>
            <a:ext cx="5897880" cy="2871216"/>
          </a:xfrm>
          <a:prstGeom prst="rect">
            <a:avLst/>
          </a:prstGeom>
          <a:solidFill>
            <a:srgbClr val="162032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35624" y="3767328"/>
            <a:ext cx="589788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45352" y="37673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Remaining Activities &amp; Timeline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0981944" y="3822192"/>
            <a:ext cx="987552" cy="2377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81944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Umang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299898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99898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875597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75597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451295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51295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026994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26994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602693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602693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178392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178392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754090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754090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1329789" y="4187952"/>
            <a:ext cx="557411" cy="182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329789" y="4187952"/>
            <a:ext cx="5574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263640" y="4389120"/>
            <a:ext cx="5641848" cy="237744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00216" y="438912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318186" y="4425696"/>
            <a:ext cx="539123" cy="16459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63640" y="4663440"/>
            <a:ext cx="5641848" cy="23774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00216" y="466344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893885" y="4700016"/>
            <a:ext cx="539123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63640" y="4937760"/>
            <a:ext cx="5641848" cy="237744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0216" y="493776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GPU Run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469583" y="4974336"/>
            <a:ext cx="1114822" cy="16459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63640" y="5212080"/>
            <a:ext cx="5641848" cy="23774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00216" y="521208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XAI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8469583" y="5248656"/>
            <a:ext cx="539123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63640" y="5486400"/>
            <a:ext cx="5641848" cy="237744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00216" y="548640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9045282" y="5522976"/>
            <a:ext cx="111482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263640" y="5760720"/>
            <a:ext cx="5641848" cy="23774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00216" y="576072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Polish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9620981" y="5797296"/>
            <a:ext cx="1114822" cy="1645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63640" y="6035040"/>
            <a:ext cx="5641848" cy="237744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00216" y="603504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0196680" y="6071616"/>
            <a:ext cx="111482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63640" y="6309360"/>
            <a:ext cx="5641848" cy="23774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00216" y="6309360"/>
            <a:ext cx="963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1348077" y="6345936"/>
            <a:ext cx="539123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587747" y="4187952"/>
            <a:ext cx="0" cy="2395728"/>
          </a:xfrm>
          <a:prstGeom prst="line">
            <a:avLst/>
          </a:prstGeom>
          <a:noFill/>
          <a:ln w="19050">
            <a:solidFill>
              <a:srgbClr val="F4D03F"/>
            </a:solidFill>
            <a:prstDash val="dash"/>
          </a:ln>
        </p:spPr>
      </p:sp>
      <p:sp>
        <p:nvSpPr>
          <p:cNvPr id="121" name="Text 119"/>
          <p:cNvSpPr/>
          <p:nvPr/>
        </p:nvSpPr>
        <p:spPr>
          <a:xfrm>
            <a:off x="7450587" y="65836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6080760" y="786384"/>
            <a:ext cx="0" cy="58521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28016" y="3712464"/>
            <a:ext cx="11905488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82880" y="65105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Anoushka Dighe  •  Deva Siva Kanth Tavvala  •  Mohit Kumar Petla  •  Umang Bid  •  Urvansh Shah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9144000" y="6510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570  |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Maintenance System — Status Update 1</dc:title>
  <dc:subject>PptxGenJS Presentation</dc:subject>
  <dc:creator>PptxGenJS</dc:creator>
  <cp:lastModifiedBy>PptxGenJS</cp:lastModifiedBy>
  <cp:revision>1</cp:revision>
  <dcterms:created xsi:type="dcterms:W3CDTF">2026-03-06T23:49:14Z</dcterms:created>
  <dcterms:modified xsi:type="dcterms:W3CDTF">2026-03-06T23:49:14Z</dcterms:modified>
</cp:coreProperties>
</file>